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Poppins Bold" charset="1" panose="00000800000000000000"/>
      <p:regular r:id="rId13"/>
    </p:embeddedFont>
    <p:embeddedFont>
      <p:font typeface="Poppins" charset="1" panose="000005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jpeg" Type="http://schemas.openxmlformats.org/officeDocument/2006/relationships/image"/><Relationship Id="rId4" Target="../media/image2.jpe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jpeg" Type="http://schemas.openxmlformats.org/officeDocument/2006/relationships/image"/><Relationship Id="rId4" Target="../media/image2.jpe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jpeg" Type="http://schemas.openxmlformats.org/officeDocument/2006/relationships/image"/><Relationship Id="rId4" Target="../media/image2.jpe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jpeg" Type="http://schemas.openxmlformats.org/officeDocument/2006/relationships/image"/><Relationship Id="rId4" Target="../media/image2.jpe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jpeg" Type="http://schemas.openxmlformats.org/officeDocument/2006/relationships/image"/><Relationship Id="rId4" Target="../media/image2.jpeg" Type="http://schemas.openxmlformats.org/officeDocument/2006/relationships/image"/><Relationship Id="rId5" Target="../media/image4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60197" y="0"/>
            <a:ext cx="8967607" cy="8967607"/>
          </a:xfrm>
          <a:custGeom>
            <a:avLst/>
            <a:gdLst/>
            <a:ahLst/>
            <a:cxnLst/>
            <a:rect r="r" b="b" t="t" l="l"/>
            <a:pathLst>
              <a:path h="8967607" w="8967607">
                <a:moveTo>
                  <a:pt x="0" y="0"/>
                </a:moveTo>
                <a:lnTo>
                  <a:pt x="8967606" y="0"/>
                </a:lnTo>
                <a:lnTo>
                  <a:pt x="8967606" y="8967607"/>
                </a:lnTo>
                <a:lnTo>
                  <a:pt x="0" y="89676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3018808" y="281851"/>
            <a:ext cx="12250383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87"/>
              </a:lnSpc>
            </a:pPr>
            <a:r>
              <a:rPr lang="en-US" b="true" sz="507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JSPM’s JSCOE Innovation Challenge 2k26 </a:t>
            </a:r>
          </a:p>
          <a:p>
            <a:pPr algn="l">
              <a:lnSpc>
                <a:spcPts val="6087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425457" y="310426"/>
            <a:ext cx="1667686" cy="1667686"/>
          </a:xfrm>
          <a:custGeom>
            <a:avLst/>
            <a:gdLst/>
            <a:ahLst/>
            <a:cxnLst/>
            <a:rect r="r" b="b" t="t" l="l"/>
            <a:pathLst>
              <a:path h="1667686" w="1667686">
                <a:moveTo>
                  <a:pt x="0" y="0"/>
                </a:moveTo>
                <a:lnTo>
                  <a:pt x="1667686" y="0"/>
                </a:lnTo>
                <a:lnTo>
                  <a:pt x="1667686" y="1667686"/>
                </a:lnTo>
                <a:lnTo>
                  <a:pt x="0" y="16676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01543" y="282575"/>
            <a:ext cx="1694598" cy="1694598"/>
          </a:xfrm>
          <a:custGeom>
            <a:avLst/>
            <a:gdLst/>
            <a:ahLst/>
            <a:cxnLst/>
            <a:rect r="r" b="b" t="t" l="l"/>
            <a:pathLst>
              <a:path h="1694598" w="1694598">
                <a:moveTo>
                  <a:pt x="0" y="0"/>
                </a:moveTo>
                <a:lnTo>
                  <a:pt x="1694598" y="0"/>
                </a:lnTo>
                <a:lnTo>
                  <a:pt x="1694598" y="1694598"/>
                </a:lnTo>
                <a:lnTo>
                  <a:pt x="0" y="1694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01543" y="6414959"/>
            <a:ext cx="5817146" cy="83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7"/>
              </a:lnSpc>
            </a:pPr>
            <a:r>
              <a:rPr lang="en-US" b="true" sz="36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Team Details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62996" y="7763092"/>
            <a:ext cx="6853599" cy="1981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25202" indent="-562601" lvl="1">
              <a:lnSpc>
                <a:spcPts val="4552"/>
              </a:lnSpc>
              <a:buFont typeface="Arial"/>
              <a:buChar char="•"/>
            </a:pPr>
            <a:r>
              <a:rPr lang="en-US" sz="329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Team name - </a:t>
            </a:r>
          </a:p>
          <a:p>
            <a:pPr algn="l" marL="1125202" indent="-562601" lvl="1">
              <a:lnSpc>
                <a:spcPts val="4552"/>
              </a:lnSpc>
              <a:buFont typeface="Arial"/>
              <a:buChar char="•"/>
            </a:pPr>
            <a:r>
              <a:rPr lang="en-US" sz="329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Team leader name - </a:t>
            </a:r>
          </a:p>
          <a:p>
            <a:pPr algn="l" marL="1125202" indent="-562601" lvl="1">
              <a:lnSpc>
                <a:spcPts val="4552"/>
              </a:lnSpc>
              <a:buFont typeface="Arial"/>
              <a:buChar char="•"/>
            </a:pPr>
            <a:r>
              <a:rPr lang="en-US" sz="329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Problem Statement -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0" y="10025483"/>
            <a:ext cx="18332508" cy="261517"/>
            <a:chOff x="0" y="0"/>
            <a:chExt cx="24443344" cy="348689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12251344" cy="348689"/>
              <a:chOff x="0" y="0"/>
              <a:chExt cx="2420019" cy="68877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2420019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20019">
                    <a:moveTo>
                      <a:pt x="0" y="0"/>
                    </a:moveTo>
                    <a:lnTo>
                      <a:pt x="2420019" y="0"/>
                    </a:lnTo>
                    <a:lnTo>
                      <a:pt x="2420019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FBEE1D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2420019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12251344" y="0"/>
              <a:ext cx="12192000" cy="348689"/>
              <a:chOff x="0" y="0"/>
              <a:chExt cx="2408296" cy="68877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408296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08296">
                    <a:moveTo>
                      <a:pt x="0" y="0"/>
                    </a:moveTo>
                    <a:lnTo>
                      <a:pt x="2408296" y="0"/>
                    </a:lnTo>
                    <a:lnTo>
                      <a:pt x="2408296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DC2225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2408296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46486" y="-320805"/>
            <a:ext cx="11395028" cy="11395028"/>
          </a:xfrm>
          <a:custGeom>
            <a:avLst/>
            <a:gdLst/>
            <a:ahLst/>
            <a:cxnLst/>
            <a:rect r="r" b="b" t="t" l="l"/>
            <a:pathLst>
              <a:path h="11395028" w="11395028">
                <a:moveTo>
                  <a:pt x="0" y="0"/>
                </a:moveTo>
                <a:lnTo>
                  <a:pt x="11395028" y="0"/>
                </a:lnTo>
                <a:lnTo>
                  <a:pt x="11395028" y="11395029"/>
                </a:lnTo>
                <a:lnTo>
                  <a:pt x="0" y="113950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88257" y="150240"/>
            <a:ext cx="1124941" cy="1124941"/>
          </a:xfrm>
          <a:custGeom>
            <a:avLst/>
            <a:gdLst/>
            <a:ahLst/>
            <a:cxnLst/>
            <a:rect r="r" b="b" t="t" l="l"/>
            <a:pathLst>
              <a:path h="1124941" w="1124941">
                <a:moveTo>
                  <a:pt x="0" y="0"/>
                </a:moveTo>
                <a:lnTo>
                  <a:pt x="1124942" y="0"/>
                </a:lnTo>
                <a:lnTo>
                  <a:pt x="1124942" y="1124942"/>
                </a:lnTo>
                <a:lnTo>
                  <a:pt x="0" y="11249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788787" y="150240"/>
            <a:ext cx="1263957" cy="1263957"/>
          </a:xfrm>
          <a:custGeom>
            <a:avLst/>
            <a:gdLst/>
            <a:ahLst/>
            <a:cxnLst/>
            <a:rect r="r" b="b" t="t" l="l"/>
            <a:pathLst>
              <a:path h="1263957" w="1263957">
                <a:moveTo>
                  <a:pt x="0" y="0"/>
                </a:moveTo>
                <a:lnTo>
                  <a:pt x="1263956" y="0"/>
                </a:lnTo>
                <a:lnTo>
                  <a:pt x="1263956" y="1263957"/>
                </a:lnTo>
                <a:lnTo>
                  <a:pt x="0" y="12639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552004" y="305286"/>
            <a:ext cx="11183992" cy="1427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57"/>
              </a:lnSpc>
            </a:pPr>
            <a:r>
              <a:rPr lang="en-US" b="true" sz="463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JSPM’s JSCOE Innovation Challenge 2k26 </a:t>
            </a:r>
          </a:p>
          <a:p>
            <a:pPr algn="l">
              <a:lnSpc>
                <a:spcPts val="5557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379568" y="1414197"/>
            <a:ext cx="17041197" cy="895200"/>
            <a:chOff x="0" y="0"/>
            <a:chExt cx="22721595" cy="1193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721601" cy="1193603"/>
            </a:xfrm>
            <a:custGeom>
              <a:avLst/>
              <a:gdLst/>
              <a:ahLst/>
              <a:cxnLst/>
              <a:rect r="r" b="b" t="t" l="l"/>
              <a:pathLst>
                <a:path h="1193603" w="22721601">
                  <a:moveTo>
                    <a:pt x="0" y="0"/>
                  </a:moveTo>
                  <a:lnTo>
                    <a:pt x="22721601" y="0"/>
                  </a:lnTo>
                  <a:lnTo>
                    <a:pt x="22721601" y="1193603"/>
                  </a:lnTo>
                  <a:lnTo>
                    <a:pt x="0" y="119360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0920" r="0" b="-320919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2721595" cy="1212650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3887"/>
                </a:lnSpc>
              </a:pP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Brief about the idea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10025483"/>
            <a:ext cx="18332508" cy="261517"/>
            <a:chOff x="0" y="0"/>
            <a:chExt cx="24443344" cy="348689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12251344" cy="348689"/>
              <a:chOff x="0" y="0"/>
              <a:chExt cx="2420019" cy="68877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2420019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20019">
                    <a:moveTo>
                      <a:pt x="0" y="0"/>
                    </a:moveTo>
                    <a:lnTo>
                      <a:pt x="2420019" y="0"/>
                    </a:lnTo>
                    <a:lnTo>
                      <a:pt x="2420019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FBEE1D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2420019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12251344" y="0"/>
              <a:ext cx="12192000" cy="348689"/>
              <a:chOff x="0" y="0"/>
              <a:chExt cx="2408296" cy="6887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408296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08296">
                    <a:moveTo>
                      <a:pt x="0" y="0"/>
                    </a:moveTo>
                    <a:lnTo>
                      <a:pt x="2408296" y="0"/>
                    </a:lnTo>
                    <a:lnTo>
                      <a:pt x="2408296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DC222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2408296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46486" y="-320805"/>
            <a:ext cx="11395028" cy="11395028"/>
          </a:xfrm>
          <a:custGeom>
            <a:avLst/>
            <a:gdLst/>
            <a:ahLst/>
            <a:cxnLst/>
            <a:rect r="r" b="b" t="t" l="l"/>
            <a:pathLst>
              <a:path h="11395028" w="11395028">
                <a:moveTo>
                  <a:pt x="0" y="0"/>
                </a:moveTo>
                <a:lnTo>
                  <a:pt x="11395028" y="0"/>
                </a:lnTo>
                <a:lnTo>
                  <a:pt x="11395028" y="11395029"/>
                </a:lnTo>
                <a:lnTo>
                  <a:pt x="0" y="113950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88257" y="150240"/>
            <a:ext cx="1124941" cy="1124941"/>
          </a:xfrm>
          <a:custGeom>
            <a:avLst/>
            <a:gdLst/>
            <a:ahLst/>
            <a:cxnLst/>
            <a:rect r="r" b="b" t="t" l="l"/>
            <a:pathLst>
              <a:path h="1124941" w="1124941">
                <a:moveTo>
                  <a:pt x="0" y="0"/>
                </a:moveTo>
                <a:lnTo>
                  <a:pt x="1124942" y="0"/>
                </a:lnTo>
                <a:lnTo>
                  <a:pt x="1124942" y="1124942"/>
                </a:lnTo>
                <a:lnTo>
                  <a:pt x="0" y="11249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788787" y="150240"/>
            <a:ext cx="1263957" cy="1263957"/>
          </a:xfrm>
          <a:custGeom>
            <a:avLst/>
            <a:gdLst/>
            <a:ahLst/>
            <a:cxnLst/>
            <a:rect r="r" b="b" t="t" l="l"/>
            <a:pathLst>
              <a:path h="1263957" w="1263957">
                <a:moveTo>
                  <a:pt x="0" y="0"/>
                </a:moveTo>
                <a:lnTo>
                  <a:pt x="1263956" y="0"/>
                </a:lnTo>
                <a:lnTo>
                  <a:pt x="1263956" y="1263957"/>
                </a:lnTo>
                <a:lnTo>
                  <a:pt x="0" y="12639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552004" y="305286"/>
            <a:ext cx="11183992" cy="1427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57"/>
              </a:lnSpc>
            </a:pPr>
            <a:r>
              <a:rPr lang="en-US" b="true" sz="463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JSPM’s JSCOE Innovation Challenge 2k26 </a:t>
            </a:r>
          </a:p>
          <a:p>
            <a:pPr algn="l">
              <a:lnSpc>
                <a:spcPts val="5557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379568" y="1414197"/>
            <a:ext cx="17041197" cy="1285098"/>
            <a:chOff x="0" y="0"/>
            <a:chExt cx="22721595" cy="171346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721601" cy="1713467"/>
            </a:xfrm>
            <a:custGeom>
              <a:avLst/>
              <a:gdLst/>
              <a:ahLst/>
              <a:cxnLst/>
              <a:rect r="r" b="b" t="t" l="l"/>
              <a:pathLst>
                <a:path h="1713467" w="22721601">
                  <a:moveTo>
                    <a:pt x="0" y="0"/>
                  </a:moveTo>
                  <a:lnTo>
                    <a:pt x="22721601" y="0"/>
                  </a:lnTo>
                  <a:lnTo>
                    <a:pt x="22721601" y="1713467"/>
                  </a:lnTo>
                  <a:lnTo>
                    <a:pt x="0" y="1713467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23553" r="0" b="-19321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2721595" cy="1732514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3888"/>
                </a:lnSpc>
              </a:pP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TECHNICAL</a:t>
              </a: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APPROACH</a:t>
              </a:r>
            </a:p>
            <a:p>
              <a:pPr algn="l">
                <a:lnSpc>
                  <a:spcPts val="3887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525" y="10025483"/>
            <a:ext cx="18332508" cy="261517"/>
            <a:chOff x="0" y="0"/>
            <a:chExt cx="24443344" cy="348689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12251344" cy="348689"/>
              <a:chOff x="0" y="0"/>
              <a:chExt cx="2420019" cy="68877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2420019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20019">
                    <a:moveTo>
                      <a:pt x="0" y="0"/>
                    </a:moveTo>
                    <a:lnTo>
                      <a:pt x="2420019" y="0"/>
                    </a:lnTo>
                    <a:lnTo>
                      <a:pt x="2420019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FBEE1D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2420019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12251344" y="0"/>
              <a:ext cx="12192000" cy="348689"/>
              <a:chOff x="0" y="0"/>
              <a:chExt cx="2408296" cy="6887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408296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08296">
                    <a:moveTo>
                      <a:pt x="0" y="0"/>
                    </a:moveTo>
                    <a:lnTo>
                      <a:pt x="2408296" y="0"/>
                    </a:lnTo>
                    <a:lnTo>
                      <a:pt x="2408296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DC222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2408296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46486" y="-320805"/>
            <a:ext cx="11395028" cy="11395028"/>
          </a:xfrm>
          <a:custGeom>
            <a:avLst/>
            <a:gdLst/>
            <a:ahLst/>
            <a:cxnLst/>
            <a:rect r="r" b="b" t="t" l="l"/>
            <a:pathLst>
              <a:path h="11395028" w="11395028">
                <a:moveTo>
                  <a:pt x="0" y="0"/>
                </a:moveTo>
                <a:lnTo>
                  <a:pt x="11395028" y="0"/>
                </a:lnTo>
                <a:lnTo>
                  <a:pt x="11395028" y="11395029"/>
                </a:lnTo>
                <a:lnTo>
                  <a:pt x="0" y="113950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88257" y="150240"/>
            <a:ext cx="1124941" cy="1124941"/>
          </a:xfrm>
          <a:custGeom>
            <a:avLst/>
            <a:gdLst/>
            <a:ahLst/>
            <a:cxnLst/>
            <a:rect r="r" b="b" t="t" l="l"/>
            <a:pathLst>
              <a:path h="1124941" w="1124941">
                <a:moveTo>
                  <a:pt x="0" y="0"/>
                </a:moveTo>
                <a:lnTo>
                  <a:pt x="1124942" y="0"/>
                </a:lnTo>
                <a:lnTo>
                  <a:pt x="1124942" y="1124942"/>
                </a:lnTo>
                <a:lnTo>
                  <a:pt x="0" y="11249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788787" y="150240"/>
            <a:ext cx="1263957" cy="1263957"/>
          </a:xfrm>
          <a:custGeom>
            <a:avLst/>
            <a:gdLst/>
            <a:ahLst/>
            <a:cxnLst/>
            <a:rect r="r" b="b" t="t" l="l"/>
            <a:pathLst>
              <a:path h="1263957" w="1263957">
                <a:moveTo>
                  <a:pt x="0" y="0"/>
                </a:moveTo>
                <a:lnTo>
                  <a:pt x="1263956" y="0"/>
                </a:lnTo>
                <a:lnTo>
                  <a:pt x="1263956" y="1263957"/>
                </a:lnTo>
                <a:lnTo>
                  <a:pt x="0" y="12639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552004" y="305286"/>
            <a:ext cx="11183992" cy="1427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57"/>
              </a:lnSpc>
            </a:pPr>
            <a:r>
              <a:rPr lang="en-US" b="true" sz="463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JSPM’s JSCOE Innovation Challenge 2k26 </a:t>
            </a:r>
          </a:p>
          <a:p>
            <a:pPr algn="l">
              <a:lnSpc>
                <a:spcPts val="5557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379568" y="1414197"/>
            <a:ext cx="17041197" cy="895200"/>
            <a:chOff x="0" y="0"/>
            <a:chExt cx="22721595" cy="1193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721601" cy="1193603"/>
            </a:xfrm>
            <a:custGeom>
              <a:avLst/>
              <a:gdLst/>
              <a:ahLst/>
              <a:cxnLst/>
              <a:rect r="r" b="b" t="t" l="l"/>
              <a:pathLst>
                <a:path h="1193603" w="22721601">
                  <a:moveTo>
                    <a:pt x="0" y="0"/>
                  </a:moveTo>
                  <a:lnTo>
                    <a:pt x="22721601" y="0"/>
                  </a:lnTo>
                  <a:lnTo>
                    <a:pt x="22721601" y="1193603"/>
                  </a:lnTo>
                  <a:lnTo>
                    <a:pt x="0" y="119360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0920" r="0" b="-320919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2721595" cy="1212650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3887"/>
                </a:lnSpc>
              </a:pP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FEASI</a:t>
              </a: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BILITY AND VIABILITY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10025483"/>
            <a:ext cx="18332508" cy="261517"/>
            <a:chOff x="0" y="0"/>
            <a:chExt cx="24443344" cy="348689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12251344" cy="348689"/>
              <a:chOff x="0" y="0"/>
              <a:chExt cx="2420019" cy="68877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2420019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20019">
                    <a:moveTo>
                      <a:pt x="0" y="0"/>
                    </a:moveTo>
                    <a:lnTo>
                      <a:pt x="2420019" y="0"/>
                    </a:lnTo>
                    <a:lnTo>
                      <a:pt x="2420019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FBEE1D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2420019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12251344" y="0"/>
              <a:ext cx="12192000" cy="348689"/>
              <a:chOff x="0" y="0"/>
              <a:chExt cx="2408296" cy="6887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408296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08296">
                    <a:moveTo>
                      <a:pt x="0" y="0"/>
                    </a:moveTo>
                    <a:lnTo>
                      <a:pt x="2408296" y="0"/>
                    </a:lnTo>
                    <a:lnTo>
                      <a:pt x="2408296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DC222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2408296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46486" y="-320805"/>
            <a:ext cx="11395028" cy="11395028"/>
          </a:xfrm>
          <a:custGeom>
            <a:avLst/>
            <a:gdLst/>
            <a:ahLst/>
            <a:cxnLst/>
            <a:rect r="r" b="b" t="t" l="l"/>
            <a:pathLst>
              <a:path h="11395028" w="11395028">
                <a:moveTo>
                  <a:pt x="0" y="0"/>
                </a:moveTo>
                <a:lnTo>
                  <a:pt x="11395028" y="0"/>
                </a:lnTo>
                <a:lnTo>
                  <a:pt x="11395028" y="11395029"/>
                </a:lnTo>
                <a:lnTo>
                  <a:pt x="0" y="113950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88257" y="150240"/>
            <a:ext cx="1124941" cy="1124941"/>
          </a:xfrm>
          <a:custGeom>
            <a:avLst/>
            <a:gdLst/>
            <a:ahLst/>
            <a:cxnLst/>
            <a:rect r="r" b="b" t="t" l="l"/>
            <a:pathLst>
              <a:path h="1124941" w="1124941">
                <a:moveTo>
                  <a:pt x="0" y="0"/>
                </a:moveTo>
                <a:lnTo>
                  <a:pt x="1124942" y="0"/>
                </a:lnTo>
                <a:lnTo>
                  <a:pt x="1124942" y="1124942"/>
                </a:lnTo>
                <a:lnTo>
                  <a:pt x="0" y="11249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788787" y="150240"/>
            <a:ext cx="1263957" cy="1263957"/>
          </a:xfrm>
          <a:custGeom>
            <a:avLst/>
            <a:gdLst/>
            <a:ahLst/>
            <a:cxnLst/>
            <a:rect r="r" b="b" t="t" l="l"/>
            <a:pathLst>
              <a:path h="1263957" w="1263957">
                <a:moveTo>
                  <a:pt x="0" y="0"/>
                </a:moveTo>
                <a:lnTo>
                  <a:pt x="1263956" y="0"/>
                </a:lnTo>
                <a:lnTo>
                  <a:pt x="1263956" y="1263957"/>
                </a:lnTo>
                <a:lnTo>
                  <a:pt x="0" y="12639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552004" y="305286"/>
            <a:ext cx="11183992" cy="1427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57"/>
              </a:lnSpc>
            </a:pPr>
            <a:r>
              <a:rPr lang="en-US" b="true" sz="463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JSPM’s JSCOE Innovation Challenge 2k26 </a:t>
            </a:r>
          </a:p>
          <a:p>
            <a:pPr algn="l">
              <a:lnSpc>
                <a:spcPts val="5557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379568" y="1414197"/>
            <a:ext cx="17041197" cy="895200"/>
            <a:chOff x="0" y="0"/>
            <a:chExt cx="22721595" cy="1193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721601" cy="1193603"/>
            </a:xfrm>
            <a:custGeom>
              <a:avLst/>
              <a:gdLst/>
              <a:ahLst/>
              <a:cxnLst/>
              <a:rect r="r" b="b" t="t" l="l"/>
              <a:pathLst>
                <a:path h="1193603" w="22721601">
                  <a:moveTo>
                    <a:pt x="0" y="0"/>
                  </a:moveTo>
                  <a:lnTo>
                    <a:pt x="22721601" y="0"/>
                  </a:lnTo>
                  <a:lnTo>
                    <a:pt x="22721601" y="1193603"/>
                  </a:lnTo>
                  <a:lnTo>
                    <a:pt x="0" y="119360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0920" r="0" b="-320919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2721595" cy="1212650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3887"/>
                </a:lnSpc>
              </a:pP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IMPACT</a:t>
              </a: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AND BENEFITS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10025483"/>
            <a:ext cx="18332508" cy="261517"/>
            <a:chOff x="0" y="0"/>
            <a:chExt cx="24443344" cy="348689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12251344" cy="348689"/>
              <a:chOff x="0" y="0"/>
              <a:chExt cx="2420019" cy="68877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2420019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20019">
                    <a:moveTo>
                      <a:pt x="0" y="0"/>
                    </a:moveTo>
                    <a:lnTo>
                      <a:pt x="2420019" y="0"/>
                    </a:lnTo>
                    <a:lnTo>
                      <a:pt x="2420019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FBEE1D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2420019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12251344" y="0"/>
              <a:ext cx="12192000" cy="348689"/>
              <a:chOff x="0" y="0"/>
              <a:chExt cx="2408296" cy="6887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408296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08296">
                    <a:moveTo>
                      <a:pt x="0" y="0"/>
                    </a:moveTo>
                    <a:lnTo>
                      <a:pt x="2408296" y="0"/>
                    </a:lnTo>
                    <a:lnTo>
                      <a:pt x="2408296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DC222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2408296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3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46486" y="-320805"/>
            <a:ext cx="11395028" cy="11395028"/>
          </a:xfrm>
          <a:custGeom>
            <a:avLst/>
            <a:gdLst/>
            <a:ahLst/>
            <a:cxnLst/>
            <a:rect r="r" b="b" t="t" l="l"/>
            <a:pathLst>
              <a:path h="11395028" w="11395028">
                <a:moveTo>
                  <a:pt x="0" y="0"/>
                </a:moveTo>
                <a:lnTo>
                  <a:pt x="11395028" y="0"/>
                </a:lnTo>
                <a:lnTo>
                  <a:pt x="11395028" y="11395029"/>
                </a:lnTo>
                <a:lnTo>
                  <a:pt x="0" y="113950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88257" y="150240"/>
            <a:ext cx="1124941" cy="1124941"/>
          </a:xfrm>
          <a:custGeom>
            <a:avLst/>
            <a:gdLst/>
            <a:ahLst/>
            <a:cxnLst/>
            <a:rect r="r" b="b" t="t" l="l"/>
            <a:pathLst>
              <a:path h="1124941" w="1124941">
                <a:moveTo>
                  <a:pt x="0" y="0"/>
                </a:moveTo>
                <a:lnTo>
                  <a:pt x="1124942" y="0"/>
                </a:lnTo>
                <a:lnTo>
                  <a:pt x="1124942" y="1124942"/>
                </a:lnTo>
                <a:lnTo>
                  <a:pt x="0" y="11249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788787" y="150240"/>
            <a:ext cx="1263957" cy="1263957"/>
          </a:xfrm>
          <a:custGeom>
            <a:avLst/>
            <a:gdLst/>
            <a:ahLst/>
            <a:cxnLst/>
            <a:rect r="r" b="b" t="t" l="l"/>
            <a:pathLst>
              <a:path h="1263957" w="1263957">
                <a:moveTo>
                  <a:pt x="0" y="0"/>
                </a:moveTo>
                <a:lnTo>
                  <a:pt x="1263956" y="0"/>
                </a:lnTo>
                <a:lnTo>
                  <a:pt x="1263956" y="1263957"/>
                </a:lnTo>
                <a:lnTo>
                  <a:pt x="0" y="12639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552004" y="305286"/>
            <a:ext cx="11183992" cy="1427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57"/>
              </a:lnSpc>
            </a:pPr>
            <a:r>
              <a:rPr lang="en-US" b="true" sz="463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JSPM’s JSCOE Innovation Challenge 2k26 </a:t>
            </a:r>
          </a:p>
          <a:p>
            <a:pPr algn="l">
              <a:lnSpc>
                <a:spcPts val="5557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379568" y="1414197"/>
            <a:ext cx="17041197" cy="895200"/>
            <a:chOff x="0" y="0"/>
            <a:chExt cx="22721595" cy="1193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721601" cy="1193603"/>
            </a:xfrm>
            <a:custGeom>
              <a:avLst/>
              <a:gdLst/>
              <a:ahLst/>
              <a:cxnLst/>
              <a:rect r="r" b="b" t="t" l="l"/>
              <a:pathLst>
                <a:path h="1193603" w="22721601">
                  <a:moveTo>
                    <a:pt x="0" y="0"/>
                  </a:moveTo>
                  <a:lnTo>
                    <a:pt x="22721601" y="0"/>
                  </a:lnTo>
                  <a:lnTo>
                    <a:pt x="22721601" y="1193603"/>
                  </a:lnTo>
                  <a:lnTo>
                    <a:pt x="0" y="119360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0920" r="0" b="-320919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2721595" cy="1212650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3887"/>
                </a:lnSpc>
              </a:pP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RESEARCH</a:t>
              </a:r>
              <a:r>
                <a:rPr lang="en-US" sz="324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AND REFERENCES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10025483"/>
            <a:ext cx="18332508" cy="261517"/>
            <a:chOff x="0" y="0"/>
            <a:chExt cx="24443344" cy="348689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12251344" cy="348689"/>
              <a:chOff x="0" y="0"/>
              <a:chExt cx="2420019" cy="68877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2420019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20019">
                    <a:moveTo>
                      <a:pt x="0" y="0"/>
                    </a:moveTo>
                    <a:lnTo>
                      <a:pt x="2420019" y="0"/>
                    </a:lnTo>
                    <a:lnTo>
                      <a:pt x="2420019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FBEE1D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2420019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12251344" y="0"/>
              <a:ext cx="12192000" cy="348689"/>
              <a:chOff x="0" y="0"/>
              <a:chExt cx="2408296" cy="6887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408296" cy="68877"/>
              </a:xfrm>
              <a:custGeom>
                <a:avLst/>
                <a:gdLst/>
                <a:ahLst/>
                <a:cxnLst/>
                <a:rect r="r" b="b" t="t" l="l"/>
                <a:pathLst>
                  <a:path h="68877" w="2408296">
                    <a:moveTo>
                      <a:pt x="0" y="0"/>
                    </a:moveTo>
                    <a:lnTo>
                      <a:pt x="2408296" y="0"/>
                    </a:lnTo>
                    <a:lnTo>
                      <a:pt x="2408296" y="68877"/>
                    </a:lnTo>
                    <a:lnTo>
                      <a:pt x="0" y="68877"/>
                    </a:lnTo>
                    <a:close/>
                  </a:path>
                </a:pathLst>
              </a:custGeom>
              <a:solidFill>
                <a:srgbClr val="DC222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2408296" cy="10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DAHCaEI1f54</dc:identifier>
  <dcterms:modified xsi:type="dcterms:W3CDTF">2011-08-01T06:04:30Z</dcterms:modified>
  <cp:revision>1</cp:revision>
  <dc:title>Complete team member names &amp; roll numbers Contact information (email, phone) Department &amp; semester details Faculty mentor/guide name Initial problem statement outline</dc:title>
</cp:coreProperties>
</file>